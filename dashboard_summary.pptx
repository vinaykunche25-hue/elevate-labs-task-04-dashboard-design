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Task 4 – Dashboard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4241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Sales &amp; Financial Performance</a:t>
            </a:r>
          </a:p>
          <a:p>
            <a:pPr>
              <a:spcAft>
                <a:spcPts val="1200"/>
              </a:spcAft>
              <a:defRPr sz="2200"/>
            </a:pPr>
            <a:r>
              <a:t>Elevate Labs Data Analyst Internship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Dashboard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4241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Total Sales: $1,712,265</a:t>
            </a:r>
          </a:p>
          <a:p>
            <a:pPr>
              <a:spcAft>
                <a:spcPts val="1200"/>
              </a:spcAft>
              <a:defRPr sz="2200"/>
            </a:pPr>
            <a:r>
              <a:t>Total Profit: $340,805</a:t>
            </a:r>
          </a:p>
          <a:p>
            <a:pPr>
              <a:spcAft>
                <a:spcPts val="1200"/>
              </a:spcAft>
              <a:defRPr sz="2200"/>
            </a:pPr>
            <a:r>
              <a:t>Orders: 600</a:t>
            </a:r>
          </a:p>
          <a:p>
            <a:pPr>
              <a:spcAft>
                <a:spcPts val="1200"/>
              </a:spcAft>
              <a:defRPr sz="2200"/>
            </a:pPr>
            <a:r>
              <a:t>Profit Margin: 19.9%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Dashboard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4241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Interactive filters: Year, Region, Category, Channel</a:t>
            </a:r>
          </a:p>
          <a:p>
            <a:pPr>
              <a:spcAft>
                <a:spcPts val="1200"/>
              </a:spcAft>
              <a:defRPr sz="2200"/>
            </a:pPr>
            <a:r>
              <a:t>Monthly time-series analysis</a:t>
            </a:r>
          </a:p>
          <a:p>
            <a:pPr>
              <a:spcAft>
                <a:spcPts val="1200"/>
              </a:spcAft>
              <a:defRPr sz="2200"/>
            </a:pPr>
            <a:r>
              <a:t>Sales by Category, Region and Channel</a:t>
            </a:r>
          </a:p>
          <a:p>
            <a:pPr>
              <a:spcAft>
                <a:spcPts val="1200"/>
              </a:spcAft>
              <a:defRPr sz="2200"/>
            </a:pPr>
            <a:r>
              <a:t>KPI cards for executive summary</a:t>
            </a:r>
          </a:p>
        </p:txBody>
      </p:sp>
      <p:pic>
        <p:nvPicPr>
          <p:cNvPr id="4" name="Picture 3" descr="dashboard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468880"/>
            <a:ext cx="5212080" cy="32074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Business Insights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4241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Electronics leads category sales.</a:t>
            </a:r>
          </a:p>
          <a:p>
            <a:pPr>
              <a:spcAft>
                <a:spcPts val="1200"/>
              </a:spcAft>
              <a:defRPr sz="2200"/>
            </a:pPr>
            <a:r>
              <a:t>West leads regional sales.</a:t>
            </a:r>
          </a:p>
          <a:p>
            <a:pPr>
              <a:spcAft>
                <a:spcPts val="1200"/>
              </a:spcAft>
              <a:defRPr sz="2200"/>
            </a:pPr>
            <a:r>
              <a:t>Office Supplies is the lowest-sales category.</a:t>
            </a:r>
          </a:p>
          <a:p>
            <a:pPr>
              <a:spcAft>
                <a:spcPts val="1200"/>
              </a:spcAft>
              <a:defRPr sz="2200"/>
            </a:pPr>
            <a:r>
              <a:t>Monitor profit margin alongside sales growth.</a:t>
            </a:r>
          </a:p>
          <a:p>
            <a:pPr>
              <a:spcAft>
                <a:spcPts val="1200"/>
              </a:spcAft>
              <a:defRPr sz="2200"/>
            </a:pPr>
            <a:r>
              <a:t>Use filters to investigate underperforming segments.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